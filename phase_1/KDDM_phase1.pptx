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51F2D7-477B-B83C-5116-457A4B6760BB}" v="102" dt="2026-04-29T12:12:57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KDDM Phase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F5870-1346-56F4-64FE-4FEA20E94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03794-E327-DE3A-91FD-BD10A4E35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29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B8ED-5A7C-4989-F212-2D03461A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713DE-D4CF-152A-00C5-8B82D3A0F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6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466F-AAC5-DCA4-4811-F95ADEC2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44376-E313-1DE9-E397-43A312B6E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76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F859-637C-167A-3B89-406C0F40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734D1-0163-547D-96D3-DDE0993C4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4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696F-CCA4-BB17-42B8-F310778E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/>
              <a:t>relationships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4EDE3-1EE1-5A18-3FDC-FBE0406A1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39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3EC3-D6D1-AE98-D80B-648C866E8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1A564-470B-7F09-0856-49C2D8DF7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45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E2D3B-BA48-0EB7-4358-B404E095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cleaning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FA960-2646-B0EE-1AB5-4DFC56B61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8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0BB03-F039-9AD8-7319-924E643B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Mcst</a:t>
            </a:r>
            <a:r>
              <a:rPr lang="en-US" dirty="0"/>
              <a:t> important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A2046-A625-97C3-D8A0-05DD4B3C3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00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KDDM Phase 1</vt:lpstr>
      <vt:lpstr>Approach</vt:lpstr>
      <vt:lpstr>Preprocessing</vt:lpstr>
      <vt:lpstr>Preprocessing</vt:lpstr>
      <vt:lpstr>Data relationships</vt:lpstr>
      <vt:lpstr>Data relationships</vt:lpstr>
      <vt:lpstr>Data cleaning</vt:lpstr>
      <vt:lpstr>Data cleaning </vt:lpstr>
      <vt:lpstr>Mcst important findings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</cp:revision>
  <dcterms:created xsi:type="dcterms:W3CDTF">2026-04-29T12:06:45Z</dcterms:created>
  <dcterms:modified xsi:type="dcterms:W3CDTF">2026-04-29T12:13:29Z</dcterms:modified>
</cp:coreProperties>
</file>